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F172A"/>
                </a:solidFill>
              </a:defRPr>
            </a:pPr>
            <a:r>
              <a:t>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64748B"/>
                </a:solidFill>
              </a:defRPr>
            </a:pPr>
            <a:r>
              <a:t>Hands-free communication for people who cannot use a keyboard, mouse, or touchscreen.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0624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>
                <a:solidFill>
                  <a:srgbClr val="0F172A"/>
                </a:solidFill>
              </a:defRPr>
            </a:pPr>
            <a:r>
              <a:t>Real-time messaging between family and motor-impaired patients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2200">
                <a:solidFill>
                  <a:srgbClr val="0F172A"/>
                </a:solidFill>
              </a:defRPr>
            </a:pPr>
            <a:r>
              <a:t>Reply with gaze and blink — never touch the screen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2200">
                <a:solidFill>
                  <a:srgbClr val="0F172A"/>
                </a:solidFill>
              </a:defRPr>
            </a:pPr>
            <a:r>
              <a:t>Built for locked-in syndrome, ALS, cerebral palsy, and similar conditions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Glance · Slide 1 of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000">
                <a:solidFill>
                  <a:srgbClr val="0F172A"/>
                </a:solidFill>
              </a:defRPr>
            </a:pPr>
            <a:r>
              <a:t>Millions live with severe motor impairment and cannot type, tap, or point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2000">
                <a:solidFill>
                  <a:srgbClr val="0F172A"/>
                </a:solidFill>
              </a:defRPr>
            </a:pPr>
            <a:r>
              <a:t>Families want to stay connected — but have no real-time channel that works without hands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2000">
                <a:solidFill>
                  <a:srgbClr val="0F172A"/>
                </a:solidFill>
              </a:defRPr>
            </a:pPr>
            <a:r>
              <a:t>Commercial AAC devices cost $5,000–$20,000+ and require clinical setup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2000">
                <a:solidFill>
                  <a:srgbClr val="0F172A"/>
                </a:solidFill>
              </a:defRPr>
            </a:pPr>
            <a:r>
              <a:t>Existing tools don't run on a laptop, webcam, and microphone you already 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Glance · Slide 2 of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What's at Stake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000">
                <a:solidFill>
                  <a:srgbClr val="0F172A"/>
                </a:solidFill>
              </a:defRPr>
            </a:pPr>
            <a:r>
              <a:t>Can't answer a simple yes/no question from a loved one in the moment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2000">
                <a:solidFill>
                  <a:srgbClr val="0F172A"/>
                </a:solidFill>
              </a:defRPr>
            </a:pPr>
            <a:r>
              <a:t>Can't request water, pain relief, or help without a caregiver in the room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2000">
                <a:solidFill>
                  <a:srgbClr val="0F172A"/>
                </a:solidFill>
              </a:defRPr>
            </a:pPr>
            <a:r>
              <a:t>Can't trigger emergency help when the camera is off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2000">
                <a:solidFill>
                  <a:srgbClr val="0F172A"/>
                </a:solidFill>
              </a:defRPr>
            </a:pPr>
            <a:r>
              <a:t>Communication becomes slow, one-directional, and emotionally distant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Glance · Slide 3 of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000">
                <a:solidFill>
                  <a:srgbClr val="0F172A"/>
                </a:solidFill>
              </a:defRPr>
            </a:pPr>
            <a:r>
              <a:t>Glance is a hands-free AAC platform: receive messages, reply with eyes, signal distress anytime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2000">
                <a:solidFill>
                  <a:srgbClr val="0F172A"/>
                </a:solidFill>
              </a:defRPr>
            </a:pPr>
            <a:r>
              <a:t>Patient app: animated guide reads messages aloud; gaze selects curated replies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2000">
                <a:solidFill>
                  <a:srgbClr val="0F172A"/>
                </a:solidFill>
              </a:defRPr>
            </a:pPr>
            <a:r>
              <a:t>Family dashboard: compose messages, clone your voice, manage multiple patients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2000">
                <a:solidFill>
                  <a:srgbClr val="0F172A"/>
                </a:solidFill>
              </a:defRPr>
            </a:pPr>
            <a:r>
              <a:t>Zero hands. Zero keyboard. Zero mouse. Ever.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Glance · Slide 4 of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000">
                <a:solidFill>
                  <a:srgbClr val="0F172A"/>
                </a:solidFill>
              </a:defRPr>
            </a:pPr>
            <a:r>
              <a:t>Family sends a message — tone classified, delivered in their cloned voice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2000">
                <a:solidFill>
                  <a:srgbClr val="0F172A"/>
                </a:solidFill>
              </a:defRPr>
            </a:pPr>
            <a:r>
              <a:t>Patient hears it via an expressive on-screen guide synced to speech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2000">
                <a:solidFill>
                  <a:srgbClr val="0F172A"/>
                </a:solidFill>
              </a:defRPr>
            </a:pPr>
            <a:r>
              <a:t>Patient selects from AI-ranked phrase suggestions — always confirms before send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2000">
                <a:solidFill>
                  <a:srgbClr val="0F172A"/>
                </a:solidFill>
              </a:defRPr>
            </a:pPr>
            <a:r>
              <a:t>Yes/no questions auto-detect: giant UP=YES / DOWN=NO targets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2000">
                <a:solidFill>
                  <a:srgbClr val="0F172A"/>
                </a:solidFill>
              </a:defRPr>
            </a:pPr>
            <a:r>
              <a:t>SOS works without the camera via calibrated vocalization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Glance · Slide 5 of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Why Glance Wins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000">
                <a:solidFill>
                  <a:srgbClr val="0F172A"/>
                </a:solidFill>
              </a:defRPr>
            </a:pPr>
            <a:r>
              <a:t>Off-the-shelf hardware — browser, webcam, mic; no proprietary device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2000">
                <a:solidFill>
                  <a:srgbClr val="0F172A"/>
                </a:solidFill>
              </a:defRPr>
            </a:pPr>
            <a:r>
              <a:t>Voice cloning in-app — messages feel personal, not robotic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2000">
                <a:solidFill>
                  <a:srgbClr val="0F172A"/>
                </a:solidFill>
              </a:defRPr>
            </a:pPr>
            <a:r>
              <a:t>Ethical AI gate — curated suggestions only; patient always confirms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2000">
                <a:solidFill>
                  <a:srgbClr val="0F172A"/>
                </a:solidFill>
              </a:defRPr>
            </a:pPr>
            <a:r>
              <a:t>ScanMode fallback when camera unavailable; SOS always works via microphone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2000">
                <a:solidFill>
                  <a:srgbClr val="0F172A"/>
                </a:solidFill>
              </a:defRPr>
            </a:pPr>
            <a:r>
              <a:t>Privacy-aware camera windows with enforced track cleanup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Glance · Slide 6 of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000">
                <a:solidFill>
                  <a:srgbClr val="0F172A"/>
                </a:solidFill>
              </a:defRPr>
            </a:pPr>
            <a:r>
              <a:t>Global AAC market projected at $4B+ and growing with aging populations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2000">
                <a:solidFill>
                  <a:srgbClr val="0F172A"/>
                </a:solidFill>
              </a:defRPr>
            </a:pPr>
            <a:r>
              <a:t>Beachhead: home-based care for ALS, locked-in syndrome, severe CP, stroke recovery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2000">
                <a:solidFill>
                  <a:srgbClr val="0F172A"/>
                </a:solidFill>
              </a:defRPr>
            </a:pPr>
            <a:r>
              <a:t>Expand: skilled nursing facilities, rehab centers, telehealth care teams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Glance · Slide 7 of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000">
                <a:solidFill>
                  <a:srgbClr val="0F172A"/>
                </a:solidFill>
              </a:defRPr>
            </a:pPr>
            <a:r>
              <a:t>SaaS subscription per patient household — dashboard + patient app + real-time alerts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2000">
                <a:solidFill>
                  <a:srgbClr val="0F172A"/>
                </a:solidFill>
              </a:defRPr>
            </a:pPr>
            <a:r>
              <a:t>Tiered plans: single patient, multi-patient family, facility license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2000">
                <a:solidFill>
                  <a:srgbClr val="0F172A"/>
                </a:solidFill>
              </a:defRPr>
            </a:pPr>
            <a:r>
              <a:t>Usage-based pass-through for voice synthesis at scale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2000">
                <a:solidFill>
                  <a:srgbClr val="0F172A"/>
                </a:solidFill>
              </a:defRPr>
            </a:pPr>
            <a:r>
              <a:t>Partnerships with ALS associations, rehab networks, and payers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Glance · Slide 8 of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Traction &amp;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000">
                <a:solidFill>
                  <a:srgbClr val="0F172A"/>
                </a:solidFill>
              </a:defRPr>
            </a:pPr>
            <a:r>
              <a:t>Feature-complete MVP: messaging, gaze tracking, voice clone, SOS, multi-patient dashboard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2000">
                <a:solidFill>
                  <a:srgbClr val="0F172A"/>
                </a:solidFill>
              </a:defRPr>
            </a:pPr>
            <a:r>
              <a:t>213 automated tests; hard-constraint suite enforces zero-hands and SOS independence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2000">
                <a:solidFill>
                  <a:srgbClr val="0F172A"/>
                </a:solidFill>
              </a:defRPr>
            </a:pPr>
            <a:r>
              <a:t>Phases 1–6 shipped: read receipts, offline queue, sender personas, media upload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2000">
                <a:solidFill>
                  <a:srgbClr val="0F172A"/>
                </a:solidFill>
              </a:defRPr>
            </a:pPr>
            <a:r>
              <a:t>Next: real-device validation with pilot patients and caregivers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Glance · Slide 9 of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000">
                <a:solidFill>
                  <a:srgbClr val="0F172A"/>
                </a:solidFill>
              </a:defRPr>
            </a:pPr>
            <a:r>
              <a:t>Pilot partners: 3–5 patient–caregiver pairs for real-world validation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2000">
                <a:solidFill>
                  <a:srgbClr val="0F172A"/>
                </a:solidFill>
              </a:defRPr>
            </a:pPr>
            <a:r>
              <a:t>Advisors with AAC clinical experience and assistive-tech go-to-market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2000">
                <a:solidFill>
                  <a:srgbClr val="0F172A"/>
                </a:solidFill>
              </a:defRPr>
            </a:pPr>
            <a:r>
              <a:t>Seed capital for pilots, HIPAA-ready infrastructure, and device testing lab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2000">
                <a:solidFill>
                  <a:srgbClr val="0F172A"/>
                </a:solidFill>
              </a:defRPr>
            </a:pPr>
            <a:r>
              <a:t>Glance gives voice back to people the world stopped listening 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Glance · Slide 10 of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